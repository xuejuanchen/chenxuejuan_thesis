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6839585" cy="251968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81" userDrawn="1">
          <p15:clr>
            <a:srgbClr val="A4A3A4"/>
          </p15:clr>
        </p15:guide>
        <p15:guide id="2" pos="21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781"/>
        <p:guide pos="215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672818" y="336093"/>
            <a:ext cx="5499733" cy="944763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2205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672818" y="1308643"/>
            <a:ext cx="5499733" cy="541188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885" spc="200"/>
            </a:lvl1pPr>
            <a:lvl2pPr marL="167640" indent="0" algn="ctr">
              <a:buNone/>
              <a:defRPr sz="735"/>
            </a:lvl2pPr>
            <a:lvl3pPr marL="335915" indent="0" algn="ctr">
              <a:buNone/>
              <a:defRPr sz="660"/>
            </a:lvl3pPr>
            <a:lvl4pPr marL="504190" indent="0" algn="ctr">
              <a:buNone/>
              <a:defRPr sz="585"/>
            </a:lvl4pPr>
            <a:lvl5pPr marL="672465" indent="0" algn="ctr">
              <a:buNone/>
              <a:defRPr sz="585"/>
            </a:lvl5pPr>
            <a:lvl6pPr marL="840105" indent="0" algn="ctr">
              <a:buNone/>
              <a:defRPr sz="585"/>
            </a:lvl6pPr>
            <a:lvl7pPr marL="1008380" indent="0" algn="ctr">
              <a:buNone/>
              <a:defRPr sz="585"/>
            </a:lvl7pPr>
            <a:lvl8pPr marL="1176655" indent="0" algn="ctr">
              <a:buNone/>
              <a:defRPr sz="585"/>
            </a:lvl8pPr>
            <a:lvl9pPr marL="1344295" indent="0" algn="ctr">
              <a:buNone/>
              <a:defRPr sz="585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460" y="223620"/>
            <a:ext cx="6156387" cy="25934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341460" y="547804"/>
            <a:ext cx="6156387" cy="1749268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117323" y="1414499"/>
            <a:ext cx="4360185" cy="281841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162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117323" y="1696340"/>
            <a:ext cx="4360185" cy="318891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6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167640" indent="0">
              <a:buNone/>
              <a:defRPr sz="585">
                <a:solidFill>
                  <a:schemeClr val="tx1">
                    <a:tint val="75000"/>
                  </a:schemeClr>
                </a:solidFill>
              </a:defRPr>
            </a:lvl2pPr>
            <a:lvl3pPr marL="335915" indent="0">
              <a:buNone/>
              <a:defRPr sz="585">
                <a:solidFill>
                  <a:schemeClr val="tx1">
                    <a:tint val="75000"/>
                  </a:schemeClr>
                </a:solidFill>
              </a:defRPr>
            </a:lvl3pPr>
            <a:lvl4pPr marL="504190" indent="0">
              <a:buNone/>
              <a:defRPr sz="585">
                <a:solidFill>
                  <a:schemeClr val="tx1">
                    <a:tint val="75000"/>
                  </a:schemeClr>
                </a:solidFill>
              </a:defRPr>
            </a:lvl4pPr>
            <a:lvl5pPr marL="672465" indent="0">
              <a:buNone/>
              <a:defRPr sz="585">
                <a:solidFill>
                  <a:schemeClr val="tx1">
                    <a:tint val="75000"/>
                  </a:schemeClr>
                </a:solidFill>
              </a:defRPr>
            </a:lvl5pPr>
            <a:lvl6pPr marL="840105" indent="0">
              <a:buNone/>
              <a:defRPr sz="585">
                <a:solidFill>
                  <a:schemeClr val="tx1">
                    <a:tint val="75000"/>
                  </a:schemeClr>
                </a:solidFill>
              </a:defRPr>
            </a:lvl6pPr>
            <a:lvl7pPr marL="1008380" indent="0">
              <a:buNone/>
              <a:defRPr sz="585">
                <a:solidFill>
                  <a:schemeClr val="tx1">
                    <a:tint val="75000"/>
                  </a:schemeClr>
                </a:solidFill>
              </a:defRPr>
            </a:lvl7pPr>
            <a:lvl8pPr marL="1176655" indent="0">
              <a:buNone/>
              <a:defRPr sz="585">
                <a:solidFill>
                  <a:schemeClr val="tx1">
                    <a:tint val="75000"/>
                  </a:schemeClr>
                </a:solidFill>
              </a:defRPr>
            </a:lvl8pPr>
            <a:lvl9pPr marL="1344295" indent="0">
              <a:buNone/>
              <a:defRPr sz="5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460" y="223620"/>
            <a:ext cx="6156387" cy="25934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341460" y="551774"/>
            <a:ext cx="2905444" cy="1745299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598466" y="551774"/>
            <a:ext cx="2905444" cy="1745299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460" y="223620"/>
            <a:ext cx="6156387" cy="25934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41460" y="525310"/>
            <a:ext cx="2998385" cy="140259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73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67640" indent="0">
              <a:buNone/>
              <a:defRPr sz="735" b="1"/>
            </a:lvl2pPr>
            <a:lvl3pPr marL="335915" indent="0">
              <a:buNone/>
              <a:defRPr sz="660" b="1"/>
            </a:lvl3pPr>
            <a:lvl4pPr marL="504190" indent="0">
              <a:buNone/>
              <a:defRPr sz="585" b="1"/>
            </a:lvl4pPr>
            <a:lvl5pPr marL="672465" indent="0">
              <a:buNone/>
              <a:defRPr sz="585" b="1"/>
            </a:lvl5pPr>
            <a:lvl6pPr marL="840105" indent="0">
              <a:buNone/>
              <a:defRPr sz="585" b="1"/>
            </a:lvl6pPr>
            <a:lvl7pPr marL="1008380" indent="0">
              <a:buNone/>
              <a:defRPr sz="585" b="1"/>
            </a:lvl7pPr>
            <a:lvl8pPr marL="1176655" indent="0">
              <a:buNone/>
              <a:defRPr sz="585" b="1"/>
            </a:lvl8pPr>
            <a:lvl9pPr marL="1344295" indent="0">
              <a:buNone/>
              <a:defRPr sz="585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341460" y="681447"/>
            <a:ext cx="2998385" cy="161562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3499771" y="522564"/>
            <a:ext cx="2998385" cy="14025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735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167640" indent="0">
              <a:buNone/>
              <a:defRPr sz="735" b="1"/>
            </a:lvl2pPr>
            <a:lvl3pPr marL="335915" indent="0">
              <a:buNone/>
              <a:defRPr sz="660" b="1"/>
            </a:lvl3pPr>
            <a:lvl4pPr marL="504190" indent="0">
              <a:buNone/>
              <a:defRPr sz="585" b="1"/>
            </a:lvl4pPr>
            <a:lvl5pPr marL="672465" indent="0">
              <a:buNone/>
              <a:defRPr sz="585" b="1"/>
            </a:lvl5pPr>
            <a:lvl6pPr marL="840105" indent="0">
              <a:buNone/>
              <a:defRPr sz="585" b="1"/>
            </a:lvl6pPr>
            <a:lvl7pPr marL="1008380" indent="0">
              <a:buNone/>
              <a:defRPr sz="585" b="1"/>
            </a:lvl7pPr>
            <a:lvl8pPr marL="1176655" indent="0">
              <a:buNone/>
              <a:defRPr sz="585" b="1"/>
            </a:lvl8pPr>
            <a:lvl9pPr marL="1344295" indent="0">
              <a:buNone/>
              <a:defRPr sz="585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3499771" y="681447"/>
            <a:ext cx="2998385" cy="1615625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41460" y="223620"/>
            <a:ext cx="6156387" cy="259347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341460" y="571622"/>
            <a:ext cx="2937029" cy="169369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585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3564118" y="571622"/>
            <a:ext cx="2933730" cy="169369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58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5744210" y="336093"/>
            <a:ext cx="585938" cy="1848508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103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13201" y="336093"/>
            <a:ext cx="5146150" cy="1848508"/>
          </a:xfrm>
        </p:spPr>
        <p:txBody>
          <a:bodyPr vert="eaVert" lIns="46800" tIns="46800" rIns="46800" bIns="46800"/>
          <a:lstStyle>
            <a:lvl1pPr marL="83820" indent="-83820">
              <a:spcAft>
                <a:spcPts val="1000"/>
              </a:spcAft>
              <a:defRPr spc="300"/>
            </a:lvl1pPr>
            <a:lvl2pPr marL="252095" indent="-83820">
              <a:defRPr spc="300"/>
            </a:lvl2pPr>
            <a:lvl3pPr marL="419735" indent="-83820">
              <a:defRPr spc="300"/>
            </a:lvl3pPr>
            <a:lvl4pPr marL="588010" indent="-83820">
              <a:defRPr spc="300"/>
            </a:lvl4pPr>
            <a:lvl5pPr marL="756285" indent="-8382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341460" y="284488"/>
            <a:ext cx="6158408" cy="201523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72818" y="913007"/>
            <a:ext cx="5499733" cy="374465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220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72818" y="1308643"/>
            <a:ext cx="5499733" cy="173339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885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341460" y="223620"/>
            <a:ext cx="6156387" cy="259347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341460" y="547804"/>
            <a:ext cx="6156387" cy="174926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343481" y="2320890"/>
            <a:ext cx="1515356" cy="116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36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2310076" y="2320890"/>
            <a:ext cx="2222523" cy="116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36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4982491" y="2320890"/>
            <a:ext cx="1515356" cy="1164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36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35915" rtl="0" eaLnBrk="1" fontAlgn="auto" latinLnBrk="0" hangingPunct="1">
        <a:lnSpc>
          <a:spcPct val="100000"/>
        </a:lnSpc>
        <a:spcBef>
          <a:spcPct val="0"/>
        </a:spcBef>
        <a:buNone/>
        <a:defRPr sz="132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83820" indent="-83820" algn="l" defTabSz="335915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66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252095" indent="-83820" algn="l" defTabSz="33591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591820" algn="l"/>
          <a:tab pos="591820" algn="l"/>
          <a:tab pos="591820" algn="l"/>
          <a:tab pos="591820" algn="l"/>
        </a:tabLst>
        <a:defRPr sz="58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419735" indent="-83820" algn="l" defTabSz="335915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58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588010" indent="-83820" algn="l" defTabSz="33591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5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756285" indent="-83820" algn="l" defTabSz="335915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51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923925" indent="-83820" algn="l" defTabSz="335915" rtl="0" eaLnBrk="1" latinLnBrk="0" hangingPunct="1">
        <a:lnSpc>
          <a:spcPct val="90000"/>
        </a:lnSpc>
        <a:spcBef>
          <a:spcPct val="37000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6pPr>
      <a:lvl7pPr marL="1092200" indent="-83820" algn="l" defTabSz="335915" rtl="0" eaLnBrk="1" latinLnBrk="0" hangingPunct="1">
        <a:lnSpc>
          <a:spcPct val="90000"/>
        </a:lnSpc>
        <a:spcBef>
          <a:spcPct val="37000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7pPr>
      <a:lvl8pPr marL="1260475" indent="-83820" algn="l" defTabSz="335915" rtl="0" eaLnBrk="1" latinLnBrk="0" hangingPunct="1">
        <a:lnSpc>
          <a:spcPct val="90000"/>
        </a:lnSpc>
        <a:spcBef>
          <a:spcPct val="37000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8pPr>
      <a:lvl9pPr marL="1428115" indent="-83820" algn="l" defTabSz="335915" rtl="0" eaLnBrk="1" latinLnBrk="0" hangingPunct="1">
        <a:lnSpc>
          <a:spcPct val="90000"/>
        </a:lnSpc>
        <a:spcBef>
          <a:spcPct val="37000"/>
        </a:spcBef>
        <a:buFont typeface="Arial" panose="020B0604020202020204" pitchFamily="34" charset="0"/>
        <a:buChar char="•"/>
        <a:defRPr sz="6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35915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1pPr>
      <a:lvl2pPr marL="167640" algn="l" defTabSz="335915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2pPr>
      <a:lvl3pPr marL="335915" algn="l" defTabSz="335915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3pPr>
      <a:lvl4pPr marL="504190" algn="l" defTabSz="335915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4pPr>
      <a:lvl5pPr marL="672465" algn="l" defTabSz="335915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5pPr>
      <a:lvl6pPr marL="840105" algn="l" defTabSz="335915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6pPr>
      <a:lvl7pPr marL="1008380" algn="l" defTabSz="335915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7pPr>
      <a:lvl8pPr marL="1176655" algn="l" defTabSz="335915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8pPr>
      <a:lvl9pPr marL="1344295" algn="l" defTabSz="335915" rtl="0" eaLnBrk="1" latinLnBrk="0" hangingPunct="1">
        <a:defRPr sz="6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1064260" y="2007870"/>
            <a:ext cx="10795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(a)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相交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33265" y="2007870"/>
            <a:ext cx="1204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(b) </a:t>
            </a:r>
            <a:r>
              <a:rPr lang="zh-CN" altLang="en-US" b="1">
                <a:latin typeface="Times New Roman" panose="02020603050405020304" charset="0"/>
                <a:cs typeface="Times New Roman" panose="02020603050405020304" charset="0"/>
              </a:rPr>
              <a:t>重叠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t="9411" b="9411"/>
          <a:stretch>
            <a:fillRect/>
          </a:stretch>
        </p:blipFill>
        <p:spPr>
          <a:xfrm>
            <a:off x="309245" y="323215"/>
            <a:ext cx="2790190" cy="159194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190" y="323215"/>
            <a:ext cx="2790000" cy="159374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WPS 演示</Application>
  <PresentationFormat>宽屏</PresentationFormat>
  <Paragraphs>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陈雪鹃</cp:lastModifiedBy>
  <cp:revision>166</cp:revision>
  <dcterms:created xsi:type="dcterms:W3CDTF">2019-06-19T02:08:00Z</dcterms:created>
  <dcterms:modified xsi:type="dcterms:W3CDTF">2026-02-06T05:59:47Z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2714BC2042754196817988410A36725A</vt:lpwstr>
  </property>
</Properties>
</file>