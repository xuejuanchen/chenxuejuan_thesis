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3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C5AAF3E-F057-4952-9DF8-F873FEF49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326" y="554616"/>
            <a:ext cx="1112074" cy="486784"/>
          </a:xfrm>
        </p:spPr>
        <p:txBody>
          <a:bodyPr/>
          <a:lstStyle/>
          <a:p>
            <a:r>
              <a:rPr lang="zh-CN" altLang="en-US" b="1" dirty="0"/>
              <a:t>进度：</a:t>
            </a:r>
          </a:p>
        </p:txBody>
      </p:sp>
    </p:spTree>
    <p:extLst>
      <p:ext uri="{BB962C8B-B14F-4D97-AF65-F5344CB8AC3E}">
        <p14:creationId xmlns:p14="http://schemas.microsoft.com/office/powerpoint/2010/main" val="3159347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C5AAF3E-F057-4952-9DF8-F873FEF49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026" y="554616"/>
            <a:ext cx="1112074" cy="486784"/>
          </a:xfrm>
        </p:spPr>
        <p:txBody>
          <a:bodyPr>
            <a:normAutofit/>
          </a:bodyPr>
          <a:lstStyle/>
          <a:p>
            <a:r>
              <a:rPr lang="zh-CN" altLang="en-US" b="1" dirty="0"/>
              <a:t>方案：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6B3247-6AB4-4AEF-B7E4-F7BD1903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630" y="0"/>
            <a:ext cx="5000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C5AAF3E-F057-4952-9DF8-F873FEF49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676" y="567316"/>
            <a:ext cx="1112074" cy="486784"/>
          </a:xfrm>
        </p:spPr>
        <p:txBody>
          <a:bodyPr>
            <a:normAutofit/>
          </a:bodyPr>
          <a:lstStyle/>
          <a:p>
            <a:r>
              <a:rPr lang="zh-CN" altLang="en-US" b="1" dirty="0"/>
              <a:t>风险：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A9B70FCB-0FB8-4B18-ADF9-CEA0E660A0C7}"/>
              </a:ext>
            </a:extLst>
          </p:cNvPr>
          <p:cNvSpPr txBox="1">
            <a:spLocks/>
          </p:cNvSpPr>
          <p:nvPr/>
        </p:nvSpPr>
        <p:spPr>
          <a:xfrm>
            <a:off x="1078676" y="1850016"/>
            <a:ext cx="11164124" cy="3350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AutoNum type="arabicPeriod"/>
            </a:pPr>
            <a:r>
              <a:rPr lang="zh-CN" altLang="en-US" b="1" dirty="0"/>
              <a:t>圆柱面附近</a:t>
            </a:r>
            <a:r>
              <a:rPr lang="en-US" altLang="zh-CN" b="1" dirty="0"/>
              <a:t>ID</a:t>
            </a:r>
            <a:r>
              <a:rPr lang="zh-CN" altLang="en-US" b="1" dirty="0"/>
              <a:t>及质量问题</a:t>
            </a:r>
            <a:endParaRPr lang="en-US" altLang="zh-CN" b="1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zh-CN" altLang="en-US" b="1" dirty="0"/>
              <a:t>几何预处理，匹配圆柱起止点，段数</a:t>
            </a:r>
            <a:endParaRPr lang="en-US" altLang="zh-CN" b="1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altLang="zh-CN" b="1" dirty="0"/>
              <a:t>TAU</a:t>
            </a:r>
            <a:r>
              <a:rPr lang="zh-CN" altLang="en-US" b="1" dirty="0"/>
              <a:t>抽体方法，清理碎体</a:t>
            </a:r>
            <a:endParaRPr lang="en-US" altLang="zh-CN" b="1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b="1" dirty="0"/>
              <a:t>质量约束</a:t>
            </a:r>
            <a:endParaRPr lang="en-US" altLang="zh-CN" b="1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altLang="zh-CN" b="1" dirty="0" err="1"/>
              <a:t>Remesh</a:t>
            </a:r>
            <a:r>
              <a:rPr lang="en-US" altLang="zh-CN" b="1" dirty="0"/>
              <a:t> </a:t>
            </a:r>
            <a:r>
              <a:rPr lang="zh-CN" altLang="en-US" b="1" dirty="0"/>
              <a:t>降低容差，允许忽略小特征；</a:t>
            </a:r>
            <a:endParaRPr lang="en-US" altLang="zh-CN" b="1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altLang="zh-CN" b="1" dirty="0"/>
              <a:t>DT </a:t>
            </a:r>
            <a:r>
              <a:rPr lang="zh-CN" altLang="en-US" b="1" dirty="0"/>
              <a:t>增加允许修改边界的绝对体积的优化；</a:t>
            </a:r>
            <a:endParaRPr lang="en-US" altLang="zh-CN" b="1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b="1" dirty="0"/>
              <a:t>悬挂几何面，丢失</a:t>
            </a:r>
            <a:endParaRPr lang="en-US" altLang="zh-CN" b="1" dirty="0"/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zh-CN" altLang="en-US" b="1" dirty="0"/>
              <a:t>会在算法内部进行添加（依赖材料、端口、几何优先级信息，需要在几何与处理后）</a:t>
            </a:r>
          </a:p>
        </p:txBody>
      </p:sp>
    </p:spTree>
    <p:extLst>
      <p:ext uri="{BB962C8B-B14F-4D97-AF65-F5344CB8AC3E}">
        <p14:creationId xmlns:p14="http://schemas.microsoft.com/office/powerpoint/2010/main" val="173544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C5AAF3E-F057-4952-9DF8-F873FEF49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626" y="554616"/>
            <a:ext cx="1112074" cy="486784"/>
          </a:xfrm>
        </p:spPr>
        <p:txBody>
          <a:bodyPr>
            <a:normAutofit/>
          </a:bodyPr>
          <a:lstStyle/>
          <a:p>
            <a:r>
              <a:rPr lang="zh-CN" altLang="en-US" b="1" dirty="0"/>
              <a:t>计划：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50DE7C87-FFE6-4CBC-87A2-E450547E05F9}"/>
              </a:ext>
            </a:extLst>
          </p:cNvPr>
          <p:cNvSpPr txBox="1">
            <a:spLocks/>
          </p:cNvSpPr>
          <p:nvPr/>
        </p:nvSpPr>
        <p:spPr>
          <a:xfrm>
            <a:off x="1059626" y="1684916"/>
            <a:ext cx="5455474" cy="3350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b="1" dirty="0"/>
              <a:t>4.23  </a:t>
            </a:r>
            <a:r>
              <a:rPr lang="zh-CN" altLang="en-US" b="1" dirty="0"/>
              <a:t>拿到初始版本几何预处理</a:t>
            </a:r>
            <a:endParaRPr lang="en-US" altLang="zh-CN" b="1" dirty="0"/>
          </a:p>
          <a:p>
            <a:pPr algn="l"/>
            <a:r>
              <a:rPr lang="en-US" altLang="zh-CN" b="1" dirty="0"/>
              <a:t>~        </a:t>
            </a:r>
            <a:r>
              <a:rPr lang="zh-CN" altLang="en-US" b="1" dirty="0"/>
              <a:t>（有</a:t>
            </a:r>
            <a:r>
              <a:rPr lang="en-US" altLang="zh-CN" b="1" dirty="0"/>
              <a:t>ID </a:t>
            </a:r>
            <a:r>
              <a:rPr lang="zh-CN" altLang="en-US" b="1" dirty="0"/>
              <a:t>的 合并，涉及到优先级的逻辑、</a:t>
            </a:r>
            <a:r>
              <a:rPr lang="en-US" altLang="zh-CN" b="1" dirty="0"/>
              <a:t>ID</a:t>
            </a:r>
            <a:r>
              <a:rPr lang="zh-CN" altLang="en-US" b="1" dirty="0"/>
              <a:t>匹配查找的逻辑的修改）</a:t>
            </a:r>
            <a:endParaRPr lang="en-US" altLang="zh-CN" b="1" dirty="0"/>
          </a:p>
          <a:p>
            <a:pPr algn="l"/>
            <a:r>
              <a:rPr lang="en-US" altLang="zh-CN" b="1" dirty="0"/>
              <a:t>4.25  </a:t>
            </a:r>
            <a:r>
              <a:rPr lang="zh-CN" altLang="en-US" b="1" dirty="0"/>
              <a:t>联调接入</a:t>
            </a:r>
            <a:endParaRPr lang="en-US" altLang="zh-CN" b="1" dirty="0"/>
          </a:p>
          <a:p>
            <a:pPr algn="l"/>
            <a:endParaRPr lang="en-US" altLang="zh-CN" b="1" dirty="0"/>
          </a:p>
          <a:p>
            <a:pPr algn="l"/>
            <a:r>
              <a:rPr lang="en-US" altLang="zh-CN" b="1" dirty="0"/>
              <a:t>4.27~4.30  </a:t>
            </a:r>
            <a:r>
              <a:rPr lang="zh-CN" altLang="en-US" b="1" dirty="0"/>
              <a:t>给出一个初步的结论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72DD2AD5-0F9A-4337-BB4E-62CBAEC4B621}"/>
              </a:ext>
            </a:extLst>
          </p:cNvPr>
          <p:cNvSpPr txBox="1">
            <a:spLocks/>
          </p:cNvSpPr>
          <p:nvPr/>
        </p:nvSpPr>
        <p:spPr>
          <a:xfrm>
            <a:off x="6806376" y="1684916"/>
            <a:ext cx="5455474" cy="3350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b="1" dirty="0"/>
              <a:t>4.25 ~4.30  </a:t>
            </a:r>
            <a:r>
              <a:rPr lang="zh-CN" altLang="en-US" b="1" dirty="0"/>
              <a:t>悬挂面保留逻辑</a:t>
            </a:r>
          </a:p>
        </p:txBody>
      </p:sp>
    </p:spTree>
    <p:extLst>
      <p:ext uri="{BB962C8B-B14F-4D97-AF65-F5344CB8AC3E}">
        <p14:creationId xmlns:p14="http://schemas.microsoft.com/office/powerpoint/2010/main" val="84121197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129</Words>
  <Application>Microsoft Office PowerPoint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if Wang</dc:creator>
  <cp:lastModifiedBy>if Wang</cp:lastModifiedBy>
  <cp:revision>13</cp:revision>
  <dcterms:created xsi:type="dcterms:W3CDTF">2023-08-09T12:44:55Z</dcterms:created>
  <dcterms:modified xsi:type="dcterms:W3CDTF">2025-04-24T02:52:13Z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