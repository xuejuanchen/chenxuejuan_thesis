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0" r:id="rId5"/>
    <p:sldId id="258" r:id="rId6"/>
    <p:sldId id="259" r:id="rId7"/>
    <p:sldId id="261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58215" y="487045"/>
            <a:ext cx="921893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计算自适应方法介绍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</a:t>
            </a:r>
            <a:b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网格：包含体网格、面网格、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特征边（飞谱需要，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HFSS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无）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指示：体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标记、面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标记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总体流程：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从标记确定加密点的位置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网格加密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网格质量优化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23900" y="655320"/>
            <a:ext cx="1098169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从标记确定加密点的位置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为什么要提前从标记获取加密点的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位置？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因为加密标记为输入网格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T0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要加密的位置，插一个点获得当前网格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T1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，状态已经改变，可能下一个要加密的体已经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不存在。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遍历所有要加密的体，记录每个体的最长边，如果该边是无法翻转的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特征边乘以系数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b.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因此体的加密顺序变成边的加密顺序，再遍历要加密的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边；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146685"/>
            <a:ext cx="9495790" cy="63684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414260" y="146685"/>
            <a:ext cx="4641215" cy="48844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特征边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黄色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：可以被分裂，不可以翻转，来源于输入、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角度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约束边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白色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：可以被分裂、翻转、不能偏离约束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面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网格边：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随意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99160" y="487045"/>
            <a:ext cx="1090104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网格加密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计算输入四面体网格的最小体积，作为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BW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算法约束限制，避免体积过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小；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b.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遍历所有加密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b1.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如果这是一条约束边或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特征边，则使用约束边的分裂程序，更新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拓扑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b2.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如果这是一条网格边，则再网格边的中点插入网格点；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b21.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由于网格边不一定存在，需要对待插入的网格点进行定位，如果该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点定位在网格外部则放弃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插入；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99160" y="487045"/>
            <a:ext cx="1118616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网格质量优化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面网格质量优化，翻转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约束边：将边周围一圈挖出，设置翻转后的网格为约束，调用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dt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进行边界恢复，如果成功，将局部网格直接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放回；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b.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基于体积边长比的质量优化：对所有小于容差（我设置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0.3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）的四面体进行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flip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smooth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c.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基于二面角的质量优化：对所有小于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°的四面体进行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flip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smooth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，对小于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0.0057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°的四面体通过分裂最长边进行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加密；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d.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根据长宽比进行优化，对最长长宽比的四面体分裂最长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边；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a~c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限制网格体积不变差，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宽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53440" y="1084580"/>
            <a:ext cx="10132695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其他技术细节：</a:t>
            </a:r>
            <a:b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BW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算法约束最小体积，是否影响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BW 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算法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效果？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拓张会不充分，但是避免最小体积降低，产生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sliver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，是积极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的。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为什么用体积边长比和角度两个指标进行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优化？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四面体中单一指标存在漏洞，只看体积边长比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长宽比，会存在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sliver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，只看角度会存在针形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单元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845" y="403225"/>
            <a:ext cx="9023350" cy="48069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51940" y="5210175"/>
            <a:ext cx="738441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为了避免在窄面处质量越来越差，对特征边的长度统计可以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1.2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51940" y="17653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其他技术细节：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53440" y="1084580"/>
            <a:ext cx="10132695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其他技术细节：</a:t>
            </a:r>
            <a:b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使用局部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remesh 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方法嵌入会原始网格不会都接受，要避免最差质量、体积的的出现。可使用的替代方案是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SPR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Liu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tetgen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931</Words>
  <Application>WPS 演示</Application>
  <PresentationFormat>宽屏</PresentationFormat>
  <Paragraphs>63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if Wang</dc:creator>
  <cp:lastModifiedBy>Wif.</cp:lastModifiedBy>
  <cp:revision>22</cp:revision>
  <dcterms:created xsi:type="dcterms:W3CDTF">2023-08-09T12:44:00Z</dcterms:created>
  <dcterms:modified xsi:type="dcterms:W3CDTF">2025-07-24T08:41:49Z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080BE89F13A441958565C5E1AFED0264_12</vt:lpwstr>
  </property>
</Properties>
</file>